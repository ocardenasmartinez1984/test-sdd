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90D80-C274-4A0E-A5E6-DF9F2EA09BC4}" type="datetimeFigureOut">
              <a:t>04/09/2026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A1111-2566-4D28-9C3C-7F6CEED082BF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6058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65960"/>
            <a:ext cx="82296" cy="155448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PREPARÁ TU ENTREVISTA CON CONFIANZA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 de Preparación para tu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Entrevista Técnica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Desarrollador Backend · Proyecto de transformación CORE Banca y Seguros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necesitás saber para llegar preparado y con confianza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989320"/>
            <a:ext cx="47548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consejos para maximizar tus posibilidades de éxito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¡Felicitaciones por llegar hasta acá!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852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Fuiste seleccionado/a para una entrevista técnica para un puesto de Desarrollador Backend en un proyecto de transformación tecnológica de gran escala. Esta guía te va a ayudar a llegar preparado/a, entender qué esperar y mostrar lo mejor de vos.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352044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5204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Fa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64845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Repasá conceptos clave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Refrescá los temas técnicos más probables antes del día de la entrevista.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3246120"/>
            <a:ext cx="352044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35204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icons/FaLaptop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364845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Practicá en vivo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4617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Familiarizate con el formato del ejercicio práctico y cómo comunicarlo.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3246120"/>
            <a:ext cx="352044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35204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icons/FaThumbsU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3648456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Mostrate con confianza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12480" y="4617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Conocé la dinámica de la entrevista para reducir la incertidumbre y los nervios.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720840" y="1371600"/>
            <a:ext cx="4892040" cy="1737360"/>
          </a:xfrm>
          <a:prstGeom prst="rect">
            <a:avLst/>
          </a:prstGeom>
          <a:solidFill>
            <a:srgbClr val="EAF3F6"/>
          </a:solidFill>
          <a:ln/>
        </p:spPr>
      </p:sp>
      <p:pic>
        <p:nvPicPr>
          <p:cNvPr id="21" name="Image 3" descr="icons/FaGraduationCap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157276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Recordá esto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949440" y="196596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no solo evalúa lo técnico: también valora cómo pensás, cómo comunicás tu razonamiento y cómo trabajás en equipo.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quién vas a hablar y en qué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2296" cy="4480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54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del sistema CORE de banca y seguros, en marcha hace más de 5 años.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6700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Chile ya lo hizo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03580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implementación en Chile está en etapa de pruebas y certificaciones previas a producción.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378561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 es el turno de Colombia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4151376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 un/a desarrollador/a backend que se sume para levantar los productos de seguros en el nuevo CORE.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490118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importa para vos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5266944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Podés mostrar interés genuino preguntando sobre el proyecto y conectando tu experiencia con este desafío.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1508760"/>
            <a:ext cx="5074920" cy="4480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783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TE VA A ENTREVISTAR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2331720"/>
            <a:ext cx="118872" cy="1188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Un/a líder o DEA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78040" y="25420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 la reunión, da el contexto inicial y explica la dinámica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03720" y="3246120"/>
            <a:ext cx="118872" cy="1188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3108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 3 desarrolladores backend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78040" y="34564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distintos años de experiencia en el equipo — hacen preguntas técnicas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03720" y="4160520"/>
            <a:ext cx="118872" cy="11887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4023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multidisciplinario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437083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legislación/cobranza y configuración de producto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03720" y="5074920"/>
            <a:ext cx="4343400" cy="777240"/>
          </a:xfrm>
          <a:prstGeom prst="rect">
            <a:avLst/>
          </a:prstGeom>
          <a:solidFill>
            <a:srgbClr val="1A2352"/>
          </a:solidFill>
          <a:ln/>
        </p:spPr>
      </p:sp>
      <p:sp>
        <p:nvSpPr>
          <p:cNvPr id="25" name="Text 23"/>
          <p:cNvSpPr/>
          <p:nvPr/>
        </p:nvSpPr>
        <p:spPr>
          <a:xfrm>
            <a:off x="7086600" y="5138928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Tip: no te preocupes si son varias personas — cada una suele preguntar sobre su especialidad. Es normal.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ESPERAR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va a transcurrir la entrevista (~90 min)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488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21488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330452" y="210312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FaCommentDo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324" y="222199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34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0:05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1272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Bienvenida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365760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van a dar contexto del proyecto y te van a explicar cómo va a ser la dinámica.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34056" y="23317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Shape 9"/>
          <p:cNvSpPr/>
          <p:nvPr/>
        </p:nvSpPr>
        <p:spPr>
          <a:xfrm>
            <a:off x="2862072" y="1828800"/>
            <a:ext cx="21488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62072" y="1828800"/>
            <a:ext cx="21488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1"/>
          <p:cNvSpPr/>
          <p:nvPr/>
        </p:nvSpPr>
        <p:spPr>
          <a:xfrm>
            <a:off x="3643884" y="210312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1" descr="icons/Fa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756" y="222199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53512" y="2834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 – 0:15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953512" y="31272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 del equipo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2999232" y="365760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entrevistador se va a presentar brevemente: quién es y qué hace.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047488" y="23317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Shape 16"/>
          <p:cNvSpPr/>
          <p:nvPr/>
        </p:nvSpPr>
        <p:spPr>
          <a:xfrm>
            <a:off x="5175504" y="1828800"/>
            <a:ext cx="21488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175504" y="1828800"/>
            <a:ext cx="21488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Shape 18"/>
          <p:cNvSpPr/>
          <p:nvPr/>
        </p:nvSpPr>
        <p:spPr>
          <a:xfrm>
            <a:off x="5957316" y="210312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2" descr="icons/FaMicropho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6188" y="2221992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66944" y="2834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 – 0:30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266944" y="31272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turno de presentarte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5312664" y="365760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Contás tu trayectoria y responden preguntas técnicas conversacionales.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360920" y="23317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8" name="Shape 23"/>
          <p:cNvSpPr/>
          <p:nvPr/>
        </p:nvSpPr>
        <p:spPr>
          <a:xfrm>
            <a:off x="7488936" y="1828800"/>
            <a:ext cx="21488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488936" y="1828800"/>
            <a:ext cx="21488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Shape 25"/>
          <p:cNvSpPr/>
          <p:nvPr/>
        </p:nvSpPr>
        <p:spPr>
          <a:xfrm>
            <a:off x="8270748" y="210312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3" descr="icons/FaLaptopCod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620" y="2221992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580376" y="2834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 – 1:25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7580376" y="31272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práctico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7626096" y="365760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a compartir pantalla y resolver 2 ejercicios de programación en vivo.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9674352" y="2331720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6" name="Shape 30"/>
          <p:cNvSpPr/>
          <p:nvPr/>
        </p:nvSpPr>
        <p:spPr>
          <a:xfrm>
            <a:off x="9802368" y="1828800"/>
            <a:ext cx="21488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802368" y="1828800"/>
            <a:ext cx="21488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Shape 32"/>
          <p:cNvSpPr/>
          <p:nvPr/>
        </p:nvSpPr>
        <p:spPr>
          <a:xfrm>
            <a:off x="10584180" y="210312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9" name="Image 4" descr="icons/FaCheckCirc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3052" y="2221992"/>
            <a:ext cx="347472" cy="34747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893808" y="2834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 – 1:30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9893808" y="31272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9939528" y="365760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tus preguntas y próximos pasos del proceso.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el bloque práctico suele ser el más largo. Si sentís que el tiempo se ajusta, no te apures — priorizá explicar bien tu razonamiento (ver slide 12).</a:t>
            </a:r>
            <a:endParaRPr lang="en-US" sz="1150" dirty="0"/>
          </a:p>
        </p:txBody>
      </p:sp>
      <p:sp>
        <p:nvSpPr>
          <p:cNvPr id="44" name="Text 3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presentarte y generar buena impresión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lo técnico, vas a tener espacio para contar tu historia. Este momento es clave: marca el tono del resto de la entrevista. Preparate para responder con naturalidad estas preguntas típicas: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11880" cy="3200400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688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Fa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5968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514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tu trayectoria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años de experiencia tenés y en qué tipo de empresas?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fue tu rol en tu último trabajo?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te especializás o qué industrias conocés mejor?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80560" y="2240280"/>
            <a:ext cx="3611880" cy="3200400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11" name="Shape 8"/>
          <p:cNvSpPr/>
          <p:nvPr/>
        </p:nvSpPr>
        <p:spPr>
          <a:xfrm>
            <a:off x="4709160" y="24688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FaCommentDot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5968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514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tu motivación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754880" y="32004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estás buscando trabajo actualmente?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te interesa este proyecto en particular?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¿Preferís trabajar en equipo o de forma individual?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412480" y="2240280"/>
            <a:ext cx="3611880" cy="3200400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16" name="Shape 12"/>
          <p:cNvSpPr/>
          <p:nvPr/>
        </p:nvSpPr>
        <p:spPr>
          <a:xfrm>
            <a:off x="8641080" y="24688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FaLightbul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096" y="259689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26880" y="2514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mostrar tu costado humano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686800" y="32004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hacés en tu tiempo libre?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¿Tenés proyectos personales o de estudio en paralelo?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lo que más te motiva de tu profesión?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21" name="Image 3" descr="icons/FaSt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83387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56692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clave: preparate una historia corta (1-2 min) que conecte tu experiencia con lo que este proyecto necesita. Practicala en voz alta antes del día de la entrevista.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Temas técnicos que te conviene repasar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600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FaSite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93852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556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212140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Repasá arquitectura hexagonal, microservicios y el patrón BFF (Backend for Frontend)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554480"/>
            <a:ext cx="36118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554480"/>
            <a:ext cx="73152" cy="1600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icons/FaCo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93852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7556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/ Backend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212080" y="212140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Refrescá Angular, TypeScript, Node.js, Spring Boot y conceptos básicos de React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1554480"/>
            <a:ext cx="36118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0" y="1554480"/>
            <a:ext cx="73152" cy="1600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Shape 14"/>
          <p:cNvSpPr/>
          <p:nvPr/>
        </p:nvSpPr>
        <p:spPr>
          <a:xfrm>
            <a:off x="832104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icons/Fa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193852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61120" y="17556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961120" y="212140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procedimientos almacenados, uso de ORMs y buenas prácticas de seguridad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3337560"/>
            <a:ext cx="36118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3337560"/>
            <a:ext cx="73152" cy="1600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Shape 19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3" descr="icons/FaShieldA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721608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63040" y="35387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 APIs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463040" y="390448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patrón BFF, WAF y buenas prácticas para exponer servicios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297680" y="3337560"/>
            <a:ext cx="36118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297680" y="3337560"/>
            <a:ext cx="73152" cy="1600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Shape 24"/>
          <p:cNvSpPr/>
          <p:nvPr/>
        </p:nvSpPr>
        <p:spPr>
          <a:xfrm>
            <a:off x="4572000" y="3611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4" descr="icons/FaFlas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3721608"/>
            <a:ext cx="283464" cy="28346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12080" y="35387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5212080" y="390448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con Jest, Jasmine o JUnit — tené ejemplos concretos preparados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046720" y="3337560"/>
            <a:ext cx="36118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046720" y="3337560"/>
            <a:ext cx="73152" cy="1600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Shape 29"/>
          <p:cNvSpPr/>
          <p:nvPr/>
        </p:nvSpPr>
        <p:spPr>
          <a:xfrm>
            <a:off x="8321040" y="3611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7" name="Image 5" descr="icons/FaProjectDiagram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0768" y="3721608"/>
            <a:ext cx="283464" cy="28346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961120" y="35387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Metodologías ágiles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8961120" y="390448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Scrum, dailies, Kanban y herramientas como Jira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ser experto en todo — priorizá los temas donde tengas experiencia real y podés dar ejemplos concretos.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Practicá estas preguntas antes del día D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50292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Categoría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Pregunta que te pueden hacer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Cómo prepararte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Base de datos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¿Qué experiencia tenés con bases de datos? ¿Usás procedimientos almacenados?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Tené un ejemplo concreto de una consulta u optimización que hayas hecho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APIs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¿Trabajaste con APIs backend? ¿Usaste patrón BFF o microservicios?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Explicá un caso real donde diseñaste o consumiste una API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Arquitectura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¿Qué estructura usás para tus servicios backend? ¿Arquitectura hexagonal?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Practicá explicar en 1 minuto cómo organizás tu código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Testing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¿Qué framework de pruebas unitarias conocés?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Mencioná herramientas específicas (Jest, Jasmine, JUnit) con ejemplos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Métodos HTTP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¿Qué método HTTP usarías en cada caso? Dame un ejemplo por cada uno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Repasá GET, POST, PUT, PATCH, DELETE y cuándo usar cada uno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Metodologías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¿Trabajaste con Scrum o Kanban? ¿Cómo era la daily?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Contá cómo participabas en las ceremonias ágiles de tu equipo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Seguridad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¿Qué seguridad implementaste en tus APIs?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Mencioná JWT, WAF o BFF si los usaste, con un ejemplo concreto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ORM / datos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¿Qué ORM usás para conexión y administración de la BD?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Nombrá el ORM que conocés (TypeORM, etc.) y por qué lo elegiste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Herramientas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¿Usás Postman u otra herramienta similar para testear APIs?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Comentá tu flujo de trabajo habitual para probar endpoints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CLAVE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abordar el ejercicio práctico en vivo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a compartir pantalla y resolver ejercicios de programación mientras te observan. Lo más importante NO es llegar a la solución perfecta — es mostrar cómo pensás. Estas prácticas marcan la diferencia: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3840480"/>
          </a:xfrm>
          <a:prstGeom prst="rect">
            <a:avLst/>
          </a:prstGeom>
          <a:solidFill>
            <a:srgbClr val="EAF3F6"/>
          </a:solidFill>
          <a:ln/>
        </p:spPr>
      </p:sp>
      <p:pic>
        <p:nvPicPr>
          <p:cNvPr id="6" name="Image 0" descr="icons/Fa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5877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Hacé esto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15468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Pensá en voz alta: explicá cada paso de tu razonamiento, aunque te parezca obvio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Usá documentación oficial libremente — está permitido y bien visto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Preguntá si algo del enunciado no te queda claro, antes de empezar a codear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Preparate un entorno local (VS Code) por si el editor online falla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no funciona (ej. una API externa), decilo y proponé cómo lo resolverías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2331720"/>
            <a:ext cx="5440680" cy="3840480"/>
          </a:xfrm>
          <a:prstGeom prst="rect">
            <a:avLst/>
          </a:prstGeom>
          <a:solidFill>
            <a:srgbClr val="FDEEEE"/>
          </a:solidFill>
          <a:ln/>
        </p:spPr>
      </p:sp>
      <p:pic>
        <p:nvPicPr>
          <p:cNvPr id="10" name="Image 1" descr="icons/FaExclamationTriangle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5603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25877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Evitá esto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92240" y="315468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 quedes en silencio pensando por mucho tiempo — verbalizá tus dudas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 obsesiones con la sintaxis perfecta — priorizá la lógica correcta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uses asistentes de IA generativa para resolver el ejercicio por vos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 frustres si no llegás a terminar — es más común de lo que pensás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dejes de mencionar casos borde o mejoras que harías con más tiempo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PRACTICÁ ANTES · EJERCICIO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 de UF a pesos chilenos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92240" cy="4937760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6492240" cy="73152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Enunciado tipo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te va a pedir una función que reciba una cantidad de UF y devuelva su equivalente en pesos chilenos, consumiendo el valor referencial del día desde una API pública.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383280"/>
          <a:ext cx="5852160" cy="8229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</a:rPr>
                        <a:t>Entrada (UF)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</a:rPr>
                        <a:t>Valor UF del día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</a:rPr>
                        <a:t>$28.908,92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B79"/>
                          </a:solidFill>
                        </a:rPr>
                        <a:t>Salida esperada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</a:rPr>
                        <a:t>$173.453,52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7"/>
          <p:cNvSpPr/>
          <p:nvPr/>
        </p:nvSpPr>
        <p:spPr>
          <a:xfrm>
            <a:off x="868680" y="45720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la entrevista, practicá: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892040"/>
            <a:ext cx="5852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Consumir una API pública con fetch/axios y manejar la respuesta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Redondear números y formatearlos sin decimales (Chile no usa decimales para pesos)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Manejar errores si la API falla o devuelve un dato inesperado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15200" y="1463040"/>
            <a:ext cx="4297680" cy="493776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13" name="Image 0" descr="icons/Fa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7373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8388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destacar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589520" y="2331720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Verbalizá que vas a buscar el valor del día antes de hacer el cálculo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Mencioná que validarías la entrada (¿y si te pasan un número negativo?)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API falla, no te bloquees: proponé un plan B (mock, caché, otra fuente)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Explicá tu elección de redondeo (Math.round vs. truncar)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589520" y="5623560"/>
            <a:ext cx="374904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3"/>
          <p:cNvSpPr/>
          <p:nvPr/>
        </p:nvSpPr>
        <p:spPr>
          <a:xfrm>
            <a:off x="7726680" y="5669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Practicá este ejercicio en tu casa antes del día de la entrevista, con calma y sin presión de tiempo.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PRACTICÁ ANTES · EJERCICIO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Suma máxima en submatriz 2x2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943600" cy="4937760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Enunciado tipo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una matriz 3x3, hay que recorrer cada submatriz contigua de 2x2, calcular la suma de sus elementos, y devolver el valor más alto entre todas las sumas.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de matriz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520440"/>
          <a:ext cx="2743200" cy="15087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86200" y="35204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Sumas posibles: 14, 21, 12, 13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21 (el máximo)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51663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la entrevista, practicá:</a:t>
            </a:r>
            <a:endParaRPr lang="en-US" sz="1300" dirty="0"/>
          </a:p>
        </p:txBody>
      </p:sp>
      <p:sp>
        <p:nvSpPr>
          <p:cNvPr id="8" name="Text 8"/>
          <p:cNvSpPr/>
          <p:nvPr/>
        </p:nvSpPr>
        <p:spPr>
          <a:xfrm>
            <a:off x="868680" y="5468112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una matriz con dos índices anidados (filas y columnas)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límites válidos para que la ventana 2x2 no se salga de la matriz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20840" y="1463040"/>
            <a:ext cx="4892040" cy="493776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13" name="Image 0" descr="icons/FaRo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7373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destacar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995160" y="2331720"/>
            <a:ext cx="4343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Explicá primero tu estrategia general antes de escribir código ("voy a recorrer con dos loops...")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Mencioná si tu solución funcionaría para una matriz NxM, no solo 3x3 — muestra pensamiento generalizable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 la complejidad de tu solución (ej. "esto es O(n·m)")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Probá tu solución con el ejemplo antes de darla por terminada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DEL TIEMPO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 si no llegás a terminar? Tranquilo/a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más común de lo que pensás que el tiempo no alcance para resolver todo. Esto NO te descalifica si lo manejás bien. Seguí estos pasos: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3291840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icons/FaClo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Mantené la calma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40233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ves que el tiempo se acaba, no te apures ni te pongas nervioso/a. Es parte normal del proceso.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10712" y="2331720"/>
            <a:ext cx="2697480" cy="3291840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12" name="Shape 9"/>
          <p:cNvSpPr/>
          <p:nvPr/>
        </p:nvSpPr>
        <p:spPr>
          <a:xfrm>
            <a:off x="3593592" y="2514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3593592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1" descr="icons/FaCommentDot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320040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93592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Comunicá tu estado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593592" y="40233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Decí en voz alta hasta dónde llegaste y qué harías a continuación si tuvieras más tiempo.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72784" y="2331720"/>
            <a:ext cx="2697480" cy="3291840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18" name="Shape 14"/>
          <p:cNvSpPr/>
          <p:nvPr/>
        </p:nvSpPr>
        <p:spPr>
          <a:xfrm>
            <a:off x="6455664" y="2514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5"/>
          <p:cNvSpPr/>
          <p:nvPr/>
        </p:nvSpPr>
        <p:spPr>
          <a:xfrm>
            <a:off x="6455664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pic>
        <p:nvPicPr>
          <p:cNvPr id="20" name="Image 2" descr="icons/FaEnvelop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320040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55664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Pedí el detalle de entrega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455664" y="40233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 los correos o canal donde debés enviar el desarrollo, y confirmá el plazo acordado.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134856" y="2331720"/>
            <a:ext cx="2697480" cy="3291840"/>
          </a:xfrm>
          <a:prstGeom prst="rect">
            <a:avLst/>
          </a:prstGeom>
          <a:solidFill>
            <a:srgbClr val="EAF3F6"/>
          </a:solidFill>
          <a:ln/>
        </p:spPr>
      </p:sp>
      <p:sp>
        <p:nvSpPr>
          <p:cNvPr id="24" name="Shape 19"/>
          <p:cNvSpPr/>
          <p:nvPr/>
        </p:nvSpPr>
        <p:spPr>
          <a:xfrm>
            <a:off x="9317736" y="2514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0"/>
          <p:cNvSpPr/>
          <p:nvPr/>
        </p:nvSpPr>
        <p:spPr>
          <a:xfrm>
            <a:off x="9317736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pic>
        <p:nvPicPr>
          <p:cNvPr id="26" name="Image 3" descr="icons/FaTasks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36" y="3200400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17736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Documentá tu razonamiento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9317736" y="40233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enviar el ejercicio, explicá tu proceso de análisis, incluso en las partes no resueltas.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0" name="Text 24"/>
          <p:cNvSpPr/>
          <p:nvPr/>
        </p:nvSpPr>
        <p:spPr>
          <a:xfrm>
            <a:off x="777240" y="58704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entrevistadores valoran tanto el proceso de pensamiento como el resultado final. Mostrar cómo razonás puede pesar tanto como la solución completa.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del día de la entrevista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icons/FaLaptopCod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técnica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Probá tu cámara, micrófono y conexión a internet con anticipación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Tené instalado y probado tu editor de código local (VS Code u otro)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Practicá los 2 ejercicios de ejemplo de esta guía, sin presión de tiempo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Preparate una breve historia personal que conecte tu experiencia con el rol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463040"/>
            <a:ext cx="5440680" cy="4846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icons/FaRegSmil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916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personal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92240" y="233172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Buscá un lugar tranquilo, con buena luz y sin interrupciones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Tené a mano tu CV y anotaciones sobre tus proyectos más relevantes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Pensá 2-3 preguntas propias para hacerle al equipo al final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Descansá bien la noche anterior — la claridad mental importa más que memorizar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TENER EN CUENTA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consejos clave para maximizar tu éxito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97480" cy="3840480"/>
          </a:xfrm>
          <a:prstGeom prst="rect">
            <a:avLst/>
          </a:prstGeom>
          <a:solidFill>
            <a:srgbClr val="1A235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FaCommentDot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23113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Comunicá tu pensamiento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4290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Verbalizar tu razonamiento vale tanto como el código en sí. No pienses en silencio.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0712" y="1828800"/>
            <a:ext cx="2697480" cy="3840480"/>
          </a:xfrm>
          <a:prstGeom prst="rect">
            <a:avLst/>
          </a:prstGeom>
          <a:solidFill>
            <a:srgbClr val="1A2352"/>
          </a:solidFill>
          <a:ln/>
        </p:spPr>
      </p:sp>
      <p:sp>
        <p:nvSpPr>
          <p:cNvPr id="11" name="Shape 8"/>
          <p:cNvSpPr/>
          <p:nvPr/>
        </p:nvSpPr>
        <p:spPr>
          <a:xfrm>
            <a:off x="3639312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Fa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23113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Usá la documentación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39312" y="34290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permitido y bien visto consultar documentación oficial durante el ejercicio.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72784" y="1828800"/>
            <a:ext cx="2697480" cy="3840480"/>
          </a:xfrm>
          <a:prstGeom prst="rect">
            <a:avLst/>
          </a:prstGeom>
          <a:solidFill>
            <a:srgbClr val="1A2352"/>
          </a:solidFill>
          <a:ln/>
        </p:spPr>
      </p:sp>
      <p:sp>
        <p:nvSpPr>
          <p:cNvPr id="16" name="Shape 12"/>
          <p:cNvSpPr/>
          <p:nvPr/>
        </p:nvSpPr>
        <p:spPr>
          <a:xfrm>
            <a:off x="6501384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Fa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23113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01384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Gestioná tu tiempo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501384" y="34290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se extiende, priorizá explicar tu enfoque antes que perseguir la solución perfecta.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34856" y="1828800"/>
            <a:ext cx="2697480" cy="3840480"/>
          </a:xfrm>
          <a:prstGeom prst="rect">
            <a:avLst/>
          </a:prstGeom>
          <a:solidFill>
            <a:srgbClr val="1A2352"/>
          </a:solidFill>
          <a:ln/>
        </p:spPr>
      </p:sp>
      <p:sp>
        <p:nvSpPr>
          <p:cNvPr id="21" name="Shape 16"/>
          <p:cNvSpPr/>
          <p:nvPr/>
        </p:nvSpPr>
        <p:spPr>
          <a:xfrm>
            <a:off x="9363456" y="2103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s/FaHandshak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223113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63456" y="2788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 auténtico/a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363456" y="342900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 de lo técnico, evalúan cómo trabajás en equipo y comunicás — sé vos mismo/a.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5943600"/>
            <a:ext cx="11064240" cy="0"/>
          </a:xfrm>
          <a:prstGeom prst="line">
            <a:avLst/>
          </a:prstGeom>
          <a:noFill/>
          <a:ln w="12700">
            <a:solidFill>
              <a:srgbClr val="3A457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4864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¡Mucho éxito! Confiá en tu preparación y en tu experiencia.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Preparación · Entrevista Técnica Backend CORE Banca y Seguros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13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de Preparación para tu Entrevista Técnica</dc:title>
  <dc:subject>PptxGenJS Presentation</dc:subject>
  <dc:creator>Julian Jourdon</dc:creator>
  <cp:lastModifiedBy>Julian Jourdon</cp:lastModifiedBy>
  <cp:revision>2</cp:revision>
  <dcterms:created xsi:type="dcterms:W3CDTF">2026-09-04T21:19:06Z</dcterms:created>
  <dcterms:modified xsi:type="dcterms:W3CDTF">2026-09-04T22:06:38Z</dcterms:modified>
</cp:coreProperties>
</file>